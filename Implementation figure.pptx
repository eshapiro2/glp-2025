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E9A04-A782-6429-6188-1D758CDB7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B3E66-55D2-4F43-6114-6FC4BBB86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2F49E-CCFC-0A7D-A8CF-7C624D81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7C444-77AA-45BD-6BE0-0B271C4A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A2E34-4477-2CD8-88C6-E488FE25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449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2AD7-3ED2-5C13-E132-B15C8EB1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2F816-1FD9-1909-D250-72D3684F0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62C09-B3AA-4AEA-03E2-51B3D9BE0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191D0-C83A-40E3-AEE9-2E810FD51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8DC22-688F-8398-F74F-F27082D5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5993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046EF-9024-D554-C805-C2C20FF0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247B0-A88F-3967-CA41-BD0AD9AE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6DF8B-3EC7-1467-7ACD-E3D04B1A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45817-52FE-E631-EA5B-2A5A87EE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BD00C-4E42-F1DC-FD0C-075DE960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601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ECC85-958D-058A-E047-F6F4641B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975FC-6BE5-D0CA-16BA-CDA114221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652FA-E9DB-36D3-B16B-840E342F4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9531C-1B1A-4F72-9F89-C181D41A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90D7B-CAB3-4536-B663-F2EFB572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A46B4-B6B8-56AD-7DA9-283A950C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600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60C3-08F3-3B7F-C219-DFADD70B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33D54-0855-35EA-2898-F9BF8B8B3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4A214-0A7D-419A-D61B-AADCC10EA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98908-FF5D-0786-C407-A0D67B2B9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FE9A9-74B5-3BE1-94FC-D199AD521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2B46B1-500D-C066-C534-A8C30CE9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AA7A3-F8C3-9359-6876-2944CDD1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3AE971-7C1D-9A8F-A362-0EC8D06E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101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FD41-AE8C-EA66-6FD3-CF1036BB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E3397C-21A6-6F28-270B-70DF7EB0F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701F9-7C3C-DFD9-9E6A-443A2BEBA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0AFB7-9E8F-8AF4-60D8-E8B123D0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4779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D48447-B247-FCF7-446A-63B4AEFC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B8E02-50E0-128F-01D0-AA15E22C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BD3F8-D35E-C6C9-C45D-E5188D60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3702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B7C2-FA79-53DE-2702-99CAAC1A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22D6F-A766-8995-0687-A2F9C45D4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92751-288B-610B-276D-70049CA26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18330-A740-F5DE-E950-089E94D0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A961C-2DA4-80D7-6B6F-6A114E76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2FB9F-EF7E-C014-4EB5-D50773E8B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4770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F9AD8-CDCC-D2E1-2784-A1F52851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34304-8314-DA70-6422-F4F4325BC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F5136-BE13-B65A-CB04-6ECE33BB5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50064-C16B-AEE6-BC1D-0D673C7B2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B8A30-CE43-EB20-FDC1-0CC0B5CF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ABEA4-ED53-7A1B-DB73-4B0566D14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140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91EB-0E03-DB36-1A10-5CA3D496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BF04A-717F-7C8F-E792-4683DFCEF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D1649-53AA-00D8-DD6D-40B1E3C04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1682B-4D3A-1145-A773-F743970A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B658F-D809-08E8-D8B1-F13F7A65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692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044E7-C709-E4F7-7F3E-B1F87CED8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BA320-588B-E03A-3C1D-96126B948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9BAD7-32D2-DE35-F8D4-F4C1B2B6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1639E-E9D8-7ABE-8365-8454E0964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00D23-066C-A438-58C7-3A6497F7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5340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49AF2E-8C14-9DEE-4218-5F36130D5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1859E-7A7A-9427-FC6F-1DDFE7874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F28F1-7233-A595-C7C0-7BBBEA0D6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2135B-EB3D-5245-8EF8-2DE6607F99EE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13BB1-1836-F22F-72B3-0C9016089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C0B39-2C75-4450-5C6F-38D35E394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CC8EFA-355F-B648-900E-2ABC9A33E55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3257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6E699-D876-2813-41BA-45397D915FBC}"/>
              </a:ext>
            </a:extLst>
          </p:cNvPr>
          <p:cNvSpPr txBox="1"/>
          <p:nvPr/>
        </p:nvSpPr>
        <p:spPr>
          <a:xfrm>
            <a:off x="1359243" y="1235676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LP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9863D-0C9C-A09F-1427-DF343E974FE1}"/>
              </a:ext>
            </a:extLst>
          </p:cNvPr>
          <p:cNvSpPr txBox="1"/>
          <p:nvPr/>
        </p:nvSpPr>
        <p:spPr>
          <a:xfrm>
            <a:off x="1277490" y="2545491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GLP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7FCF5-3B9F-C695-F974-4D43496A6780}"/>
              </a:ext>
            </a:extLst>
          </p:cNvPr>
          <p:cNvSpPr txBox="1"/>
          <p:nvPr/>
        </p:nvSpPr>
        <p:spPr>
          <a:xfrm>
            <a:off x="1195737" y="3943178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irGLP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3A088-6EA2-BDD0-E156-55EDAED511D1}"/>
              </a:ext>
            </a:extLst>
          </p:cNvPr>
          <p:cNvSpPr txBox="1"/>
          <p:nvPr/>
        </p:nvSpPr>
        <p:spPr>
          <a:xfrm>
            <a:off x="1195737" y="5168555"/>
            <a:ext cx="851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irGLP</a:t>
            </a:r>
          </a:p>
          <a:p>
            <a:r>
              <a:rPr lang="en-US" dirty="0"/>
              <a:t>I</a:t>
            </a:r>
            <a:r>
              <a:rPr lang="en-IL" dirty="0"/>
              <a:t>n Dart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14DC1-E068-4067-8358-48267B927999}"/>
              </a:ext>
            </a:extLst>
          </p:cNvPr>
          <p:cNvSpPr txBox="1"/>
          <p:nvPr/>
        </p:nvSpPr>
        <p:spPr>
          <a:xfrm>
            <a:off x="3691172" y="2545491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maGLP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590BA8-231D-AD05-313F-7380512ACF61}"/>
              </a:ext>
            </a:extLst>
          </p:cNvPr>
          <p:cNvSpPr txBox="1"/>
          <p:nvPr/>
        </p:nvSpPr>
        <p:spPr>
          <a:xfrm>
            <a:off x="3691171" y="3943178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irmaGLP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FAB6-8628-653E-E399-44CAABA8607A}"/>
              </a:ext>
            </a:extLst>
          </p:cNvPr>
          <p:cNvSpPr txBox="1"/>
          <p:nvPr/>
        </p:nvSpPr>
        <p:spPr>
          <a:xfrm>
            <a:off x="3691172" y="5168554"/>
            <a:ext cx="1048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solidFill>
                  <a:schemeClr val="tx1">
                    <a:alpha val="24749"/>
                  </a:schemeClr>
                </a:solidFill>
              </a:rPr>
              <a:t>irmaGLP</a:t>
            </a:r>
          </a:p>
          <a:p>
            <a:r>
              <a:rPr lang="en-US" dirty="0">
                <a:solidFill>
                  <a:schemeClr val="tx1">
                    <a:alpha val="24749"/>
                  </a:schemeClr>
                </a:solidFill>
              </a:rPr>
              <a:t>I</a:t>
            </a:r>
            <a:r>
              <a:rPr lang="en-IL" dirty="0">
                <a:solidFill>
                  <a:schemeClr val="tx1">
                    <a:alpha val="24749"/>
                  </a:schemeClr>
                </a:solidFill>
              </a:rPr>
              <a:t>n Dart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87FF7-9490-24DD-6E00-F5ACFA16779A}"/>
              </a:ext>
            </a:extLst>
          </p:cNvPr>
          <p:cNvSpPr txBox="1"/>
          <p:nvPr/>
        </p:nvSpPr>
        <p:spPr>
          <a:xfrm>
            <a:off x="5885024" y="2545491"/>
            <a:ext cx="917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solidFill>
                  <a:schemeClr val="tx1">
                    <a:alpha val="24837"/>
                  </a:schemeClr>
                </a:solidFill>
              </a:rPr>
              <a:t>Secure</a:t>
            </a:r>
          </a:p>
          <a:p>
            <a:r>
              <a:rPr lang="en-IL" dirty="0">
                <a:solidFill>
                  <a:schemeClr val="tx1">
                    <a:alpha val="24837"/>
                  </a:schemeClr>
                </a:solidFill>
              </a:rPr>
              <a:t>maGLP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DD232E-8CF5-4021-D798-0E7703E8AB40}"/>
              </a:ext>
            </a:extLst>
          </p:cNvPr>
          <p:cNvCxnSpPr/>
          <p:nvPr/>
        </p:nvCxnSpPr>
        <p:spPr>
          <a:xfrm flipV="1">
            <a:off x="1559779" y="1679944"/>
            <a:ext cx="0" cy="765544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EA41A4-3980-20ED-C68C-16C9A20167B5}"/>
              </a:ext>
            </a:extLst>
          </p:cNvPr>
          <p:cNvCxnSpPr/>
          <p:nvPr/>
        </p:nvCxnSpPr>
        <p:spPr>
          <a:xfrm flipV="1">
            <a:off x="1575809" y="3017874"/>
            <a:ext cx="0" cy="765544"/>
          </a:xfrm>
          <a:prstGeom prst="straightConnector1">
            <a:avLst/>
          </a:prstGeom>
          <a:ln w="50800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15C2AC-444F-9EFF-77B4-5F919B10DD84}"/>
              </a:ext>
            </a:extLst>
          </p:cNvPr>
          <p:cNvCxnSpPr/>
          <p:nvPr/>
        </p:nvCxnSpPr>
        <p:spPr>
          <a:xfrm flipV="1">
            <a:off x="1619629" y="4312510"/>
            <a:ext cx="0" cy="765544"/>
          </a:xfrm>
          <a:prstGeom prst="straightConnector1">
            <a:avLst/>
          </a:prstGeom>
          <a:ln w="50800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C2163D-4EBE-2BDA-E3C1-12334D12F731}"/>
              </a:ext>
            </a:extLst>
          </p:cNvPr>
          <p:cNvCxnSpPr>
            <a:cxnSpLocks/>
          </p:cNvCxnSpPr>
          <p:nvPr/>
        </p:nvCxnSpPr>
        <p:spPr>
          <a:xfrm flipH="1">
            <a:off x="2192158" y="2730157"/>
            <a:ext cx="1094739" cy="0"/>
          </a:xfrm>
          <a:prstGeom prst="straightConnector1">
            <a:avLst/>
          </a:prstGeom>
          <a:ln w="50800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BE60E4-02CE-3C5E-17B8-46CEA6CE7198}"/>
              </a:ext>
            </a:extLst>
          </p:cNvPr>
          <p:cNvCxnSpPr>
            <a:cxnSpLocks/>
          </p:cNvCxnSpPr>
          <p:nvPr/>
        </p:nvCxnSpPr>
        <p:spPr>
          <a:xfrm flipH="1">
            <a:off x="4739856" y="2730157"/>
            <a:ext cx="1094739" cy="0"/>
          </a:xfrm>
          <a:prstGeom prst="straightConnector1">
            <a:avLst/>
          </a:prstGeom>
          <a:ln w="76200" cmpd="tri">
            <a:solidFill>
              <a:schemeClr val="accent1">
                <a:alpha val="24725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3DCBD9-4500-920B-1BB5-9721C98159C6}"/>
              </a:ext>
            </a:extLst>
          </p:cNvPr>
          <p:cNvCxnSpPr>
            <a:cxnSpLocks/>
          </p:cNvCxnSpPr>
          <p:nvPr/>
        </p:nvCxnSpPr>
        <p:spPr>
          <a:xfrm flipV="1">
            <a:off x="4086857" y="3017874"/>
            <a:ext cx="0" cy="765544"/>
          </a:xfrm>
          <a:prstGeom prst="straightConnector1">
            <a:avLst/>
          </a:prstGeom>
          <a:ln w="50800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17555CE-01FF-7076-4613-DCD37A3836EB}"/>
              </a:ext>
            </a:extLst>
          </p:cNvPr>
          <p:cNvCxnSpPr>
            <a:cxnSpLocks/>
          </p:cNvCxnSpPr>
          <p:nvPr/>
        </p:nvCxnSpPr>
        <p:spPr>
          <a:xfrm flipH="1">
            <a:off x="4086857" y="470132"/>
            <a:ext cx="652999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1593AFE-D20C-2151-C56B-7B0E86F72252}"/>
              </a:ext>
            </a:extLst>
          </p:cNvPr>
          <p:cNvSpPr txBox="1"/>
          <p:nvPr/>
        </p:nvSpPr>
        <p:spPr>
          <a:xfrm>
            <a:off x="5264721" y="291761"/>
            <a:ext cx="2575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Correct implementation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6996C2-0F75-44CC-3988-F5D892B530F0}"/>
              </a:ext>
            </a:extLst>
          </p:cNvPr>
          <p:cNvCxnSpPr>
            <a:cxnSpLocks/>
          </p:cNvCxnSpPr>
          <p:nvPr/>
        </p:nvCxnSpPr>
        <p:spPr>
          <a:xfrm flipH="1">
            <a:off x="4086857" y="868406"/>
            <a:ext cx="652999" cy="0"/>
          </a:xfrm>
          <a:prstGeom prst="straightConnector1">
            <a:avLst/>
          </a:prstGeom>
          <a:ln w="50800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0B9B60-6D01-1DDB-16C1-8EC24E86AC68}"/>
              </a:ext>
            </a:extLst>
          </p:cNvPr>
          <p:cNvSpPr txBox="1"/>
          <p:nvPr/>
        </p:nvSpPr>
        <p:spPr>
          <a:xfrm>
            <a:off x="5264721" y="661093"/>
            <a:ext cx="400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Correct and complete implementation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83D00E-2251-AE72-B6EA-669453EF4711}"/>
              </a:ext>
            </a:extLst>
          </p:cNvPr>
          <p:cNvCxnSpPr>
            <a:cxnSpLocks/>
          </p:cNvCxnSpPr>
          <p:nvPr/>
        </p:nvCxnSpPr>
        <p:spPr>
          <a:xfrm flipV="1">
            <a:off x="4063037" y="4312510"/>
            <a:ext cx="0" cy="765544"/>
          </a:xfrm>
          <a:prstGeom prst="straightConnector1">
            <a:avLst/>
          </a:prstGeom>
          <a:ln w="50800" cmpd="dbl">
            <a:solidFill>
              <a:schemeClr val="accent1">
                <a:alpha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E9134B-2C9B-87E0-EEEB-E64F6ED242E0}"/>
              </a:ext>
            </a:extLst>
          </p:cNvPr>
          <p:cNvCxnSpPr>
            <a:cxnSpLocks/>
          </p:cNvCxnSpPr>
          <p:nvPr/>
        </p:nvCxnSpPr>
        <p:spPr>
          <a:xfrm flipH="1">
            <a:off x="4086857" y="1700092"/>
            <a:ext cx="652999" cy="0"/>
          </a:xfrm>
          <a:prstGeom prst="straightConnector1">
            <a:avLst/>
          </a:prstGeom>
          <a:ln w="50800" cmpd="dbl">
            <a:solidFill>
              <a:schemeClr val="accent1">
                <a:alpha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9CB3702-45D2-B1CB-9470-B3822A38B1E3}"/>
              </a:ext>
            </a:extLst>
          </p:cNvPr>
          <p:cNvSpPr txBox="1"/>
          <p:nvPr/>
        </p:nvSpPr>
        <p:spPr>
          <a:xfrm>
            <a:off x="5264721" y="1512332"/>
            <a:ext cx="135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solidFill>
                  <a:schemeClr val="tx1">
                    <a:alpha val="24837"/>
                  </a:schemeClr>
                </a:solidFill>
              </a:rPr>
              <a:t>Future work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5759DB-330D-B40F-0B33-38F174CC6347}"/>
              </a:ext>
            </a:extLst>
          </p:cNvPr>
          <p:cNvCxnSpPr>
            <a:cxnSpLocks/>
          </p:cNvCxnSpPr>
          <p:nvPr/>
        </p:nvCxnSpPr>
        <p:spPr>
          <a:xfrm flipH="1">
            <a:off x="4086857" y="1315244"/>
            <a:ext cx="652999" cy="0"/>
          </a:xfrm>
          <a:prstGeom prst="straightConnector1">
            <a:avLst/>
          </a:prstGeom>
          <a:ln w="76200" cmpd="tri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ED61CD3-3C9C-7EDB-090B-D3F041591724}"/>
              </a:ext>
            </a:extLst>
          </p:cNvPr>
          <p:cNvSpPr txBox="1"/>
          <p:nvPr/>
        </p:nvSpPr>
        <p:spPr>
          <a:xfrm>
            <a:off x="5264721" y="1107931"/>
            <a:ext cx="480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Secure, correct and complete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93043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29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Ehud Shapiro</dc:creator>
  <cp:lastModifiedBy>Ehud Shapiro</cp:lastModifiedBy>
  <cp:revision>2</cp:revision>
  <dcterms:created xsi:type="dcterms:W3CDTF">2026-01-10T21:43:48Z</dcterms:created>
  <dcterms:modified xsi:type="dcterms:W3CDTF">2026-01-10T22:02:10Z</dcterms:modified>
</cp:coreProperties>
</file>